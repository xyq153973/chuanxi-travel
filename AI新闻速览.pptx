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B4D8">
              <a:alpha val="7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B4D8">
              <a:alpha val="6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CAF0F8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AI领域最新新闻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F0F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2026年4月 · 热点速览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457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8" name="Text 6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F0F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新闻目录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Anthropic 源代码泄露事件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51万行代码意外暴露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世界模型融资热潮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25起融资，总额超22亿元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2026智能体AI元年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张亚勤院士定义新趋势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AI人才薪资暴涨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岗位量增12倍，平均月薪超6万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AWE 2026智能终端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33375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从"人工智能+"到"智能经济"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通用智能人"通通"3.0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全球首个通用智能人亮相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NeurIPS禁令事件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8720" y="4251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学术开放与政治化的博弈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600" dirty="0">
              <a:solidFill>
                <a:srgbClr val="00B4D8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88720" y="4389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AI发展趋势展望</a:t>
            </a:r>
            <a:endParaRPr lang="en-US" sz="1400" dirty="0">
              <a:solidFill>
                <a:srgbClr val="1E3A5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88720" y="47091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从规模竞赛到业务实效</a:t>
            </a:r>
            <a:endParaRPr lang="en-US" sz="900" dirty="0">
              <a:solidFill>
                <a:srgbClr val="3D5A8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Anthropic 源代码泄露事件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AI界的"核泄漏"事件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01168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事件概述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3月31日，AI巨头Anthropic核心AI编程工具Claude Code的完整源代码意外泄露，规模达51.2万行TypeScript代码、超1900个文件，包括尚未发布的尖端功能、内部架构逻辑。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01168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泄露原因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并非黑客攻击，而是发布打包失误。Web3安全公司实习研究员未正确排除调试文件(.npm文件)，导致57MB源映射文件被公开发布。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18872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12" name="Text 10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影响与警示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以"安全优先"为核心理念、估值高达3500亿美元的AI明星公司，在筹备IPO之际，以最不可能的方式"开源"了核心产品。业内人士称此为AI界的"核泄漏"事件。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世界模型融资热潮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25起融资事件，总额超22亿元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什么是世界模型？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模型通过从感官数据中学习和预测运动、力以及空间关系等动态特性，来理解物理世界中事物的性质、运行规律和空间特性。借助世界模型，AI从认知、识别转向理解、推理，是具身智能和客观环境自主高效交互的基础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931920" cy="219456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974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国际融资案例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5661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李飞飞创立的世界模型企业完成10亿美元融资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图灵奖得主杨立昆的世界模型初创公司AMI完成逾10亿美元融资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931920" cy="219456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国内融资案例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5661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今年国内发生25起世界模型相关融资事件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融资总额超22亿元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极佳视界完成10亿元Pre-B轮融资，其具身世界模型GigaWorld-1登上WorldArena榜首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2026智能体AI元年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张亚勤院士定义AI发展三大趋势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从生成式AI走向智能体AI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74520"/>
            <a:ext cx="7315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涵盖工业、消费、制药等领域。2026年是"智能体AI元年"，标志着AI从通用人工智能迈向智能体人工智能。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09728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从信息智能走向物理智能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7315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从"信息智能"走向"物理智能"和"生物智能"，机器人、无人驾驶等都是物理AI的应用。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9728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从AI走向AI+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43400"/>
            <a:ext cx="73152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AI不再只是技术，而是融入各行各业的经济工具，代表一种"AI思维"，大小企业都需用AI思维管理公司。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64008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18" name="Text 16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"一人公司"正在兴起，一个人加上一群AI智能体，即可完成过去需要一个团队才能完成的工作。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AI人才薪资暴涨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2026年春招AI人才争夺成招聘主战场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46304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6" name="Text 4"/>
          <p:cNvSpPr/>
          <p:nvPr/>
        </p:nvSpPr>
        <p:spPr>
          <a:xfrm>
            <a:off x="457200" y="15087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12倍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F0F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AI岗位量同比增长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463040"/>
          </a:xfrm>
          <a:prstGeom prst="roundRect">
            <a:avLst/>
          </a:prstGeom>
          <a:solidFill>
            <a:srgbClr val="00B4D8"/>
          </a:solidFill>
        </p:spPr>
      </p:sp>
      <p:sp>
        <p:nvSpPr>
          <p:cNvPr id="9" name="Text 7"/>
          <p:cNvSpPr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60,738元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AI岗位平均月薪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463040"/>
          </a:xfrm>
          <a:prstGeom prst="roundRect">
            <a:avLst/>
          </a:prstGeom>
          <a:solidFill>
            <a:srgbClr val="3D5A80"/>
          </a:solidFill>
        </p:spPr>
      </p:sp>
      <p:sp>
        <p:nvSpPr>
          <p:cNvPr id="12" name="Text 10"/>
          <p:cNvSpPr/>
          <p:nvPr/>
        </p:nvSpPr>
        <p:spPr>
          <a:xfrm>
            <a:off x="6126480" y="15087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+26%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F0F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高于行业平均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82880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高薪岗位排行榜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AI科学家/负责人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137,153元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13632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算法研究员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913632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约70,000元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261104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大模型算法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4261104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约70,000元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608576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AIGC算法工程师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4608576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约70,000元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AWE 2026 智能终端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从"人工智能+"到"智能经济"——中国消费电子新纪元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1200+ 参展企业  ·  17万+ 平方米展览面积  ·  与德国IFA、美国CES并称全球三大家电与消费电子展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237744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智能眼镜成为新入口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Xreal 1S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3毫秒超低延迟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700尼特入眼亮度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全球首创实时2D转3D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小度AI眼镜Pro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仅39克重量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集成导航、识物、AI助手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237744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51460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具身智能"钢铁碰撞"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5661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智元机器人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宇树科技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云深处科技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180平米"角斗场"上演具身智能展示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"终端即入口"——智能眼镜有望成为继手机之后的下一个核心入口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通用智能人"通通"3.0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全球首个通用智能人亮相2026中关村论坛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F0F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3月29日 · 2026中关村论坛年会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北京通用人工智能研究院发布全球首个通用智能人"通通"3.0版本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560320" cy="210312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889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心智水平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5-6岁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儿童心智水平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能够理解对方意图，遵循自身人格特质引导对话方向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2560320" cy="210312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7889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理解意图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言行一致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准确理解对方意图，更能遵循自身人格特质引导对话方向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2560320" cy="210312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78892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技术意义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里程碑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402336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通用人工智能发展的重要里程碑，推动AGI技术落地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NeurIPS禁令事件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学术开放与政治化的博弈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41148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3月23日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NeurIPS 2026征稿指南新增"受制裁机构"条款，禁止873家中国机构投稿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645920" cy="41148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457200" y="19202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3月25-27日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中国科协、中国计算机学会等相继发表声明坚决反对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645920" cy="41148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12" name="Text 10"/>
          <p:cNvSpPr/>
          <p:nvPr/>
        </p:nvSpPr>
        <p:spPr>
          <a:xfrm>
            <a:off x="457200" y="24688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3月27日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NeurIPS在X上公开致歉，宣布撤销禁令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645920" cy="41148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15" name="Text 13"/>
          <p:cNvSpPr/>
          <p:nvPr/>
        </p:nvSpPr>
        <p:spPr>
          <a:xfrm>
            <a:off x="457200" y="30175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3月30日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01752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中国计算机学会回应，欢迎投稿政策回归国际学术交流通行做法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188720"/>
          </a:xfrm>
          <a:prstGeom prst="roundRect">
            <a:avLst/>
          </a:prstGeom>
          <a:solidFill>
            <a:srgbClr val="FFFFFF"/>
          </a:solidFill>
          <a:effectLst>
            <a:outerShdw blurRad="1270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中国声音与行动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中国计算机学会等机构坚决反对将学术交流与政治挂钩，呼吁尊重中国学者权益、恪守学术共同体基本准则。最终NeurIPS更新手册，与ACM、IEEE以及其他国际会议投稿规则保持一致。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AI发展趋势展望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从规模竞赛到业务实效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AI原生技术基座重构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从"AI on Cloud"到"AI Native"  ·  异构计算成为标配：CPU、GPU、NPU、TPU  ·  万卡级算力高效协同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5156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大模型价值理性回归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从追求参数规模转向解决实际问题  ·  核心指标从参数量转向业务收益  ·  从通用能力转化为场景实效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51560"/>
          </a:xfrm>
          <a:prstGeom prst="roundRect">
            <a:avLst/>
          </a:prstGeom>
          <a:solidFill>
            <a:srgbClr val="FFFFFF"/>
          </a:solidFill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行业应用深度落地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5A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AI+制造：智能体广泛应用  ·  AI+医疗：医工交叉创新  ·  AI+终端：智能眼镜等新入口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8229600" cy="640080"/>
          </a:xfrm>
          <a:prstGeom prst="roundRect">
            <a:avLst/>
          </a:prstGeom>
          <a:solidFill>
            <a:srgbClr val="1E3A5F"/>
          </a:solidFill>
        </p:spPr>
      </p:sp>
      <p:sp>
        <p:nvSpPr>
          <p:cNvPr id="15" name="Text 13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IDC预测：到2027年，超过60%的企业将优先选择针对AI工作负载优化的云基础设施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D5A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2146</Words>
  <Application>WPS 演示</Application>
  <PresentationFormat>On-screen Show (16:9)</PresentationFormat>
  <Paragraphs>265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汉仪书宋二KW</vt:lpstr>
      <vt:lpstr>Calibri</vt:lpstr>
      <vt:lpstr>Helvetica Neue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  Icelyn</cp:lastModifiedBy>
  <cp:revision>2</cp:revision>
  <dcterms:created xsi:type="dcterms:W3CDTF">2026-04-20T02:57:54Z</dcterms:created>
  <dcterms:modified xsi:type="dcterms:W3CDTF">2026-04-20T02:57:54Z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25E6E4D1ABEF11623296E5699BBFE69B_42</vt:lpwstr>
  </property>
  <property fmtid="{D5CDD505-2E9C-101B-9397-08002B2CF9AE}" pid="3" name="KSOProductBuildVer">
    <vt:lpwstr>2052-12.1.24031.24031</vt:lpwstr>
  </property>
</Properties>
</file>